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COLLEGE ASSIGNMENT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Project Report 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Student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NAME : ASFAR BANU.M.B</a:t>
            </a:r>
          </a:p>
          <a:p>
            <a:r>
              <a:t>YEAR : III</a:t>
            </a:r>
          </a:p>
          <a:p>
            <a:r>
              <a:t>COLLEGE CODE : 403</a:t>
            </a:r>
          </a:p>
          <a:p>
            <a:r>
              <a:t>COLLEGE NAME : DEEN COLLEGE OF ARTS AND SCIENCE</a:t>
            </a:r>
          </a:p>
          <a:p>
            <a:r>
              <a:t>DEPARTMENT : BCA</a:t>
            </a:r>
          </a:p>
          <a:p>
            <a:r>
              <a:t>SEMESTER : V-SEMESTER</a:t>
            </a:r>
          </a:p>
          <a:p>
            <a:r>
              <a:t>ROLL NO : 24134130500122005</a:t>
            </a:r>
          </a:p>
          <a:p>
            <a:r>
              <a:t>NMID : asanm41341324213005</a:t>
            </a:r>
          </a:p>
          <a:p/>
          <a:p>
            <a:r>
              <a:t>GITHUB LINK :</a:t>
            </a:r>
          </a:p>
          <a:p>
            <a:r>
              <a:t>https://github.com/dcca24asfar/Asfar.git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College Assignment Tracker is a smart web application developed using HTML, CSS and JavaScript to help students manage assignments efficiently.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Students forget deadlines and face difficulties in tracking assignments, submissions and pending works.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Assignment Management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Status Monitoring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Deadline Tracking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Dashboard Analytics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system manages assignments, displays statistics and improves student productivity.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HTML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CSS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JavaScript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Browser Local Storage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User enters details → adds assignment → monitors status → deletes completed records.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index.html provides forms, dashboard cards and tables.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CSS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style.css provides responsive layout, colors, cards and attractive UI.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JavaScript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script.js performs adding, deleting and dashboard calculations.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Project Output - Dashboard</a:t>
            </a:r>
          </a:p>
        </p:txBody>
      </p:sp>
      <p:pic>
        <p:nvPicPr>
          <p:cNvPr id="3" name="Picture 2" descr="Screenshot (15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772400" cy="436984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Project Output - Result</a:t>
            </a:r>
          </a:p>
        </p:txBody>
      </p:sp>
      <p:pic>
        <p:nvPicPr>
          <p:cNvPr id="3" name="Picture 2" descr="Screenshot (16)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772400" cy="436984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D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Responsive design issues, data management and dashboard calculations were solved successfully.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Improved HTML, CSS, JavaScript, UI design and project development skills.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College Assignment Tracker successfully helps students monitor assignments and improve productivity.</a:t>
            </a:r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097280" cy="1097280"/>
          </a:xfrm>
          <a:prstGeom prst="ellipse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8046720" y="5760720"/>
            <a:ext cx="914400" cy="914400"/>
          </a:xfrm>
          <a:prstGeom prst="ellipse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D700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5603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ASFAR BANU.M.B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BCA - V SEMESTER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